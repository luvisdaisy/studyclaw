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扫地机器人产品介绍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智能家居清洁解决方案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产品特点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智能导航</a:t>
            </a:r>
          </a:p>
          <a:p>
            <a:pPr lvl="1"/>
            <a:r>
              <a:t>激光导航，精准定位</a:t>
            </a:r>
          </a:p>
          <a:p>
            <a:pPr lvl="1"/>
            <a:r>
              <a:t>高效清洁</a:t>
            </a:r>
          </a:p>
          <a:p>
            <a:pPr lvl="1"/>
            <a:r>
              <a:t>智能互联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技术规格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电池续航：120分钟</a:t>
            </a:r>
          </a:p>
          <a:p>
            <a:r>
              <a:t>清扫面积：150平方米</a:t>
            </a:r>
          </a:p>
          <a:p>
            <a:r>
              <a:t>噪音等级：55分贝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